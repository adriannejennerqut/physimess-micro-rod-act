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57" r:id="rId5"/>
    <p:sldId id="260" r:id="rId6"/>
    <p:sldId id="261" r:id="rId7"/>
    <p:sldId id="263" r:id="rId8"/>
    <p:sldId id="264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493" autoAdjust="0"/>
    <p:restoredTop sz="94660"/>
  </p:normalViewPr>
  <p:slideViewPr>
    <p:cSldViewPr snapToGrid="0">
      <p:cViewPr>
        <p:scale>
          <a:sx n="50" d="100"/>
          <a:sy n="50" d="100"/>
        </p:scale>
        <p:origin x="3516" y="12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6FA8DF-89E2-C84A-AE0E-E2046D1493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3E08E18-BE8A-528E-6235-E2BE97FDED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EF90A8-893B-F164-0B74-13ED802836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55D74B-BDA9-4CC4-A9AC-EA56098111B2}" type="datetimeFigureOut">
              <a:rPr lang="en-AU" smtClean="0"/>
              <a:t>3/10/2026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EF7837-727F-5712-81AE-B97E55928B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347249-59DC-DA94-E420-FB76AD7A82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9DDD2-8AB4-4162-8ED7-0B843E165DB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598795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BC76CF-9FAB-05E0-26FA-40ECEEEAC8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84773E-0CC1-CA88-4A65-2A51637B58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EFC82B-F744-D237-69D2-8AD274F60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55D74B-BDA9-4CC4-A9AC-EA56098111B2}" type="datetimeFigureOut">
              <a:rPr lang="en-AU" smtClean="0"/>
              <a:t>3/10/2026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ECAA10-9F62-933C-7234-AD1B62F656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EF3BFC-2B6D-0BA9-239E-462CD5B91D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9DDD2-8AB4-4162-8ED7-0B843E165DB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974443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65F3F5-5439-C1E0-F546-3DE14DC788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A3E884-E055-B6DF-4721-A63943739B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5211C9-C905-A18C-1AB2-792BF70492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55D74B-BDA9-4CC4-A9AC-EA56098111B2}" type="datetimeFigureOut">
              <a:rPr lang="en-AU" smtClean="0"/>
              <a:t>3/10/2026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81B53E-B554-2F36-CEBC-29F9077E66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4655DA-B027-ED06-5B1F-5AFE87B1F1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9DDD2-8AB4-4162-8ED7-0B843E165DB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34652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5756D3-FCCF-F610-0DB5-BD3DABA419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EC9CFA-C3C4-5CAB-A9CF-27D547F02A2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1E042F-30C0-9A0C-A84A-CCAE8163CB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694411-2A64-0F9C-7046-C8916A65AE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55D74B-BDA9-4CC4-A9AC-EA56098111B2}" type="datetimeFigureOut">
              <a:rPr lang="en-AU" smtClean="0"/>
              <a:t>3/10/2026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4188BA-F2B7-359E-C448-8E92A13243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69187C-84F7-797F-891F-C0E3AEF87B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9DDD2-8AB4-4162-8ED7-0B843E165DB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844959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0B268E-A3B0-F820-AE4E-2813157C5F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658BF3-64C1-948D-A9F1-620489E9CA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E73664-BA65-5D8C-202C-485D3495E8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B99E3D4-645C-925A-2599-DF72099E12E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45EDA9F-7323-80D0-B645-8293A565E0B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51DA8AD-4DD7-8A76-7351-C2EF5DF06A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55D74B-BDA9-4CC4-A9AC-EA56098111B2}" type="datetimeFigureOut">
              <a:rPr lang="en-AU" smtClean="0"/>
              <a:t>3/10/2026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4785C1A-7F4D-B320-97EA-265BB1B760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BE3B866-D9C8-AE29-A947-736F01616E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9DDD2-8AB4-4162-8ED7-0B843E165DB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865691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A81FA9-E1B7-D4CA-97A6-CEABB5D9F2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B1C49A0-D967-59E2-5C14-33939067AE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55D74B-BDA9-4CC4-A9AC-EA56098111B2}" type="datetimeFigureOut">
              <a:rPr lang="en-AU" smtClean="0"/>
              <a:t>3/10/2026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7AA4714-4DA4-F870-117D-992ED0560C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B7272B-132F-C9E2-4F92-0557A120C0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9DDD2-8AB4-4162-8ED7-0B843E165DB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677430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3A4051C-4607-8DC2-EC7F-CCC54A43A2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55D74B-BDA9-4CC4-A9AC-EA56098111B2}" type="datetimeFigureOut">
              <a:rPr lang="en-AU" smtClean="0"/>
              <a:t>3/10/2026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1D47D19-BE48-6E7B-3BA5-097CC30642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EA547F-DEF3-42A0-DEB6-591B3AC69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9DDD2-8AB4-4162-8ED7-0B843E165DB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795482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38600A-C616-D369-39BC-C8D8F76E96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80CCDB-3205-13CF-BFAF-863C04B7B9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4D16F1-3E62-BBF0-B964-3AA995FD33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C94432-5EB4-892C-75DB-927198BB8C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55D74B-BDA9-4CC4-A9AC-EA56098111B2}" type="datetimeFigureOut">
              <a:rPr lang="en-AU" smtClean="0"/>
              <a:t>3/10/2026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929D7E-23B0-8007-88B0-C096B169B5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0072D2-26A7-463C-9725-60075AAB65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9DDD2-8AB4-4162-8ED7-0B843E165DB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943680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36F271-2F54-294B-B232-46D48C6AA3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D648145-BEAB-BD47-26D9-92544D9F521B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2F5035-A97A-AF00-2D21-2F79CCF4BF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1F9A2C-BCEF-4FC2-785A-8E1A1AC594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55D74B-BDA9-4CC4-A9AC-EA56098111B2}" type="datetimeFigureOut">
              <a:rPr lang="en-AU" smtClean="0"/>
              <a:t>3/10/2026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342B6D-E76B-FF9D-77E5-C0F811E8D8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25B913-25FA-42DD-CA43-93126B9EF5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9DDD2-8AB4-4162-8ED7-0B843E165DB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41994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04D398-3909-D5EA-7E35-80A6190B67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DD51DC-8859-1619-5CD0-142C161B35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C00E97-84BC-B2B4-80DA-22811A46EF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55D74B-BDA9-4CC4-A9AC-EA56098111B2}" type="datetimeFigureOut">
              <a:rPr lang="en-AU" smtClean="0"/>
              <a:t>3/10/2026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D68D0F-34B9-0AE2-ADAC-CD425A46C5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217941-5DA4-5DC4-5FC4-5CCA5FE9C7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9DDD2-8AB4-4162-8ED7-0B843E165DB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601581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2290354-F377-8CC9-6CD0-5ACB7AFA47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64AD61C-5E47-02F8-E99D-0A26D3B58C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E0BCE9-5250-9AE0-36AF-2DC60E7E6A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55D74B-BDA9-4CC4-A9AC-EA56098111B2}" type="datetimeFigureOut">
              <a:rPr lang="en-AU" smtClean="0"/>
              <a:t>3/10/2026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5D2F0E-6EE2-2D78-77B5-7F821ECFFA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0238A7-DD58-DAB0-8FD7-6532AF9EB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9DDD2-8AB4-4162-8ED7-0B843E165DB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683239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03EF530-4471-2C1A-0438-C8C8A551FD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D71DA3-2F71-0C6C-42EB-BE3D31C6C7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79DEF3-9D8B-BE4E-87B5-F1B62DDD3B2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C55D74B-BDA9-4CC4-A9AC-EA56098111B2}" type="datetimeFigureOut">
              <a:rPr lang="en-AU" smtClean="0"/>
              <a:t>3/10/2026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F9C450-D83B-535A-4976-4CEF18C08F7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8D8AD-6079-3CAC-007D-6BF133909B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C09DDD2-8AB4-4162-8ED7-0B843E165DB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520661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6B49E40A-B189-AB7C-8859-0CF7912C7A18}"/>
              </a:ext>
            </a:extLst>
          </p:cNvPr>
          <p:cNvCxnSpPr/>
          <p:nvPr/>
        </p:nvCxnSpPr>
        <p:spPr>
          <a:xfrm>
            <a:off x="1153886" y="1072243"/>
            <a:ext cx="9439275" cy="0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4CC8F634-A1FE-1B4C-7CFB-2D80593B00CA}"/>
              </a:ext>
            </a:extLst>
          </p:cNvPr>
          <p:cNvSpPr txBox="1"/>
          <p:nvPr/>
        </p:nvSpPr>
        <p:spPr>
          <a:xfrm>
            <a:off x="5192486" y="748393"/>
            <a:ext cx="24531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err="1"/>
              <a:t>Cca</a:t>
            </a:r>
            <a:r>
              <a:rPr lang="en-AU" dirty="0"/>
              <a:t> cell-cell adhesion 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461E14B3-B7B4-6593-8DB7-4E8077B81443}"/>
              </a:ext>
            </a:extLst>
          </p:cNvPr>
          <p:cNvCxnSpPr>
            <a:cxnSpLocks/>
          </p:cNvCxnSpPr>
          <p:nvPr/>
        </p:nvCxnSpPr>
        <p:spPr>
          <a:xfrm flipV="1">
            <a:off x="685800" y="1216479"/>
            <a:ext cx="0" cy="4936671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7BA2CF56-3831-9761-34E1-60280692783A}"/>
                  </a:ext>
                </a:extLst>
              </p:cNvPr>
              <p:cNvSpPr txBox="1"/>
              <p:nvPr/>
            </p:nvSpPr>
            <p:spPr>
              <a:xfrm rot="16200000">
                <a:off x="-542648" y="3043917"/>
                <a:ext cx="1731628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/>
                  <a:t>Fibre stickiness</a:t>
                </a:r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𝑓𝑠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7BA2CF56-3831-9761-34E1-6028069278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-542648" y="3043917"/>
                <a:ext cx="1731628" cy="646331"/>
              </a:xfrm>
              <a:prstGeom prst="rect">
                <a:avLst/>
              </a:prstGeom>
              <a:blipFill>
                <a:blip r:embed="rId3"/>
                <a:stretch>
                  <a:fillRect l="-3774" t="-2113" r="-6604" b="-316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A4BCC388-5DC2-D007-D30D-FB539B42F6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9522" y="1223810"/>
            <a:ext cx="9593035" cy="498901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ADA35EC-1277-6ABA-D48F-1E94799367C4}"/>
              </a:ext>
            </a:extLst>
          </p:cNvPr>
          <p:cNvSpPr txBox="1"/>
          <p:nvPr/>
        </p:nvSpPr>
        <p:spPr>
          <a:xfrm>
            <a:off x="4163786" y="228599"/>
            <a:ext cx="31192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b="1" dirty="0"/>
              <a:t>Total activated cells at day 5</a:t>
            </a:r>
          </a:p>
        </p:txBody>
      </p:sp>
    </p:spTree>
    <p:extLst>
      <p:ext uri="{BB962C8B-B14F-4D97-AF65-F5344CB8AC3E}">
        <p14:creationId xmlns:p14="http://schemas.microsoft.com/office/powerpoint/2010/main" val="32994609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1073B9-5586-6CF9-2037-01DFD14AD3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25F40212-0A8F-8588-5D14-C7C43D3A1057}"/>
              </a:ext>
            </a:extLst>
          </p:cNvPr>
          <p:cNvCxnSpPr/>
          <p:nvPr/>
        </p:nvCxnSpPr>
        <p:spPr>
          <a:xfrm>
            <a:off x="1153886" y="1072243"/>
            <a:ext cx="9439275" cy="0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3A60D62A-F87B-97DA-A4B5-370F7B76A12A}"/>
              </a:ext>
            </a:extLst>
          </p:cNvPr>
          <p:cNvSpPr txBox="1"/>
          <p:nvPr/>
        </p:nvSpPr>
        <p:spPr>
          <a:xfrm>
            <a:off x="5192486" y="748393"/>
            <a:ext cx="24531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err="1"/>
              <a:t>Cca</a:t>
            </a:r>
            <a:r>
              <a:rPr lang="en-AU" dirty="0"/>
              <a:t> cell-cell adhesion 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2E361B6-FBFA-34E0-9B16-1CE53BE41264}"/>
              </a:ext>
            </a:extLst>
          </p:cNvPr>
          <p:cNvCxnSpPr>
            <a:cxnSpLocks/>
          </p:cNvCxnSpPr>
          <p:nvPr/>
        </p:nvCxnSpPr>
        <p:spPr>
          <a:xfrm flipV="1">
            <a:off x="685800" y="1216479"/>
            <a:ext cx="0" cy="4936671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D9C85604-0B9E-4E7C-F3C3-B164DC4D7831}"/>
                  </a:ext>
                </a:extLst>
              </p:cNvPr>
              <p:cNvSpPr txBox="1"/>
              <p:nvPr/>
            </p:nvSpPr>
            <p:spPr>
              <a:xfrm rot="16200000">
                <a:off x="-542648" y="3043917"/>
                <a:ext cx="1731628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/>
                  <a:t>Fibre stickiness</a:t>
                </a:r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𝑓𝑠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7BA2CF56-3831-9761-34E1-6028069278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-542648" y="3043917"/>
                <a:ext cx="1731628" cy="646331"/>
              </a:xfrm>
              <a:prstGeom prst="rect">
                <a:avLst/>
              </a:prstGeom>
              <a:blipFill>
                <a:blip r:embed="rId3"/>
                <a:stretch>
                  <a:fillRect l="-3774" t="-2113" r="-6604" b="-316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CAF75EC0-FE98-B295-8F98-DE0858131846}"/>
              </a:ext>
            </a:extLst>
          </p:cNvPr>
          <p:cNvSpPr txBox="1"/>
          <p:nvPr/>
        </p:nvSpPr>
        <p:spPr>
          <a:xfrm>
            <a:off x="4163786" y="237743"/>
            <a:ext cx="27037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b="1" dirty="0"/>
              <a:t>Total naïve cells at day 5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53AA2A0-59CC-B515-8790-FC04CFD428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553" y="1350457"/>
            <a:ext cx="9522713" cy="498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74330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C4AB60-231F-FEA3-FF4F-AD71EF2F59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D0E2A8A2-0FB6-427A-32CD-98D6FE568E6A}"/>
              </a:ext>
            </a:extLst>
          </p:cNvPr>
          <p:cNvCxnSpPr/>
          <p:nvPr/>
        </p:nvCxnSpPr>
        <p:spPr>
          <a:xfrm>
            <a:off x="1153886" y="1072243"/>
            <a:ext cx="9439275" cy="0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660D9D44-EB5D-916B-C1A9-C4AA13968F06}"/>
              </a:ext>
            </a:extLst>
          </p:cNvPr>
          <p:cNvSpPr txBox="1"/>
          <p:nvPr/>
        </p:nvSpPr>
        <p:spPr>
          <a:xfrm>
            <a:off x="5192486" y="748393"/>
            <a:ext cx="24531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err="1"/>
              <a:t>Cca</a:t>
            </a:r>
            <a:r>
              <a:rPr lang="en-AU" dirty="0"/>
              <a:t> cell-cell adhesion 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A896FF6F-5425-ADA8-622C-75CB9CBE2C31}"/>
              </a:ext>
            </a:extLst>
          </p:cNvPr>
          <p:cNvCxnSpPr>
            <a:cxnSpLocks/>
          </p:cNvCxnSpPr>
          <p:nvPr/>
        </p:nvCxnSpPr>
        <p:spPr>
          <a:xfrm flipV="1">
            <a:off x="685800" y="1216479"/>
            <a:ext cx="0" cy="4936671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F8408B08-0CB6-0E76-C714-37EC25DCD9C5}"/>
                  </a:ext>
                </a:extLst>
              </p:cNvPr>
              <p:cNvSpPr txBox="1"/>
              <p:nvPr/>
            </p:nvSpPr>
            <p:spPr>
              <a:xfrm rot="16200000">
                <a:off x="-542648" y="3043917"/>
                <a:ext cx="1731628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/>
                  <a:t>Fibre stickiness</a:t>
                </a:r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𝑓𝑠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7BA2CF56-3831-9761-34E1-6028069278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-542648" y="3043917"/>
                <a:ext cx="1731628" cy="646331"/>
              </a:xfrm>
              <a:prstGeom prst="rect">
                <a:avLst/>
              </a:prstGeom>
              <a:blipFill>
                <a:blip r:embed="rId3"/>
                <a:stretch>
                  <a:fillRect l="-3774" t="-2113" r="-6604" b="-316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2C0BFE18-5D50-D3A2-1B19-756D4530EB5D}"/>
              </a:ext>
            </a:extLst>
          </p:cNvPr>
          <p:cNvSpPr txBox="1"/>
          <p:nvPr/>
        </p:nvSpPr>
        <p:spPr>
          <a:xfrm>
            <a:off x="4163786" y="237743"/>
            <a:ext cx="20952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b="1" dirty="0"/>
              <a:t>Total cells at day 5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D6B133C-FD7D-9DE1-DE2E-77D99D1CDD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536" y="1252850"/>
            <a:ext cx="9586536" cy="498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008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4E24F4-BD8B-CA27-B302-15D47DFDC3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CE2553AD-334A-56F6-5DBE-2343F4CE1D56}"/>
              </a:ext>
            </a:extLst>
          </p:cNvPr>
          <p:cNvCxnSpPr/>
          <p:nvPr/>
        </p:nvCxnSpPr>
        <p:spPr>
          <a:xfrm>
            <a:off x="1153886" y="1072243"/>
            <a:ext cx="9439275" cy="0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9F82CE73-6255-ACA5-A14D-84D4E003FCC7}"/>
              </a:ext>
            </a:extLst>
          </p:cNvPr>
          <p:cNvSpPr txBox="1"/>
          <p:nvPr/>
        </p:nvSpPr>
        <p:spPr>
          <a:xfrm>
            <a:off x="5192486" y="748393"/>
            <a:ext cx="24531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err="1"/>
              <a:t>Cca</a:t>
            </a:r>
            <a:r>
              <a:rPr lang="en-AU" dirty="0"/>
              <a:t> cell-cell adhesion 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DBAD85FA-9B40-1F04-E810-1E2BB6832BC3}"/>
              </a:ext>
            </a:extLst>
          </p:cNvPr>
          <p:cNvCxnSpPr>
            <a:cxnSpLocks/>
          </p:cNvCxnSpPr>
          <p:nvPr/>
        </p:nvCxnSpPr>
        <p:spPr>
          <a:xfrm flipV="1">
            <a:off x="685800" y="1216479"/>
            <a:ext cx="0" cy="4936671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AF149BE5-9893-AF35-926B-B17963B0CB5C}"/>
                  </a:ext>
                </a:extLst>
              </p:cNvPr>
              <p:cNvSpPr txBox="1"/>
              <p:nvPr/>
            </p:nvSpPr>
            <p:spPr>
              <a:xfrm rot="16200000">
                <a:off x="-542648" y="3043917"/>
                <a:ext cx="1731628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/>
                  <a:t>Fibre stickiness</a:t>
                </a:r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𝑓𝑠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7BA2CF56-3831-9761-34E1-6028069278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-542648" y="3043917"/>
                <a:ext cx="1731628" cy="646331"/>
              </a:xfrm>
              <a:prstGeom prst="rect">
                <a:avLst/>
              </a:prstGeom>
              <a:blipFill>
                <a:blip r:embed="rId3"/>
                <a:stretch>
                  <a:fillRect l="-3774" t="-2113" r="-6604" b="-316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107FA5CA-91D5-CAEF-89C2-4012C9BFDA43}"/>
              </a:ext>
            </a:extLst>
          </p:cNvPr>
          <p:cNvSpPr txBox="1"/>
          <p:nvPr/>
        </p:nvSpPr>
        <p:spPr>
          <a:xfrm>
            <a:off x="4163786" y="228599"/>
            <a:ext cx="39690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b="1" dirty="0"/>
              <a:t>Mean cell-rod contact time at day 5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4E04AEC-4F6F-902D-60AA-EB47948409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552" y="1292514"/>
            <a:ext cx="9594164" cy="498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49394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ECC09C46-3120-3A06-6B44-6E14B7450121}"/>
              </a:ext>
            </a:extLst>
          </p:cNvPr>
          <p:cNvCxnSpPr/>
          <p:nvPr/>
        </p:nvCxnSpPr>
        <p:spPr>
          <a:xfrm>
            <a:off x="1153886" y="1072243"/>
            <a:ext cx="9439275" cy="0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0CEC710A-63F3-B08F-C57F-E28540F4B196}"/>
              </a:ext>
            </a:extLst>
          </p:cNvPr>
          <p:cNvSpPr txBox="1"/>
          <p:nvPr/>
        </p:nvSpPr>
        <p:spPr>
          <a:xfrm>
            <a:off x="5192486" y="748393"/>
            <a:ext cx="24531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err="1"/>
              <a:t>Cca</a:t>
            </a:r>
            <a:r>
              <a:rPr lang="en-AU" dirty="0"/>
              <a:t> cell-cell adhesion 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1718C537-7853-CC18-06AC-535CE3CFD97D}"/>
              </a:ext>
            </a:extLst>
          </p:cNvPr>
          <p:cNvCxnSpPr>
            <a:cxnSpLocks/>
          </p:cNvCxnSpPr>
          <p:nvPr/>
        </p:nvCxnSpPr>
        <p:spPr>
          <a:xfrm flipV="1">
            <a:off x="685800" y="1216479"/>
            <a:ext cx="0" cy="4936671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FE2A3D2-D82B-2EE4-29E6-B1EE995747FD}"/>
                  </a:ext>
                </a:extLst>
              </p:cNvPr>
              <p:cNvSpPr txBox="1"/>
              <p:nvPr/>
            </p:nvSpPr>
            <p:spPr>
              <a:xfrm rot="16200000">
                <a:off x="-542648" y="3043917"/>
                <a:ext cx="1731628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/>
                  <a:t>Fibre stickiness</a:t>
                </a:r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𝑓𝑠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FE2A3D2-D82B-2EE4-29E6-B1EE995747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-542648" y="3043917"/>
                <a:ext cx="1731628" cy="646331"/>
              </a:xfrm>
              <a:prstGeom prst="rect">
                <a:avLst/>
              </a:prstGeom>
              <a:blipFill>
                <a:blip r:embed="rId2"/>
                <a:stretch>
                  <a:fillRect l="-3774" t="-2113" r="-6604" b="-316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17E3E827-D92E-9FDA-98C2-3910C8BD9353}"/>
              </a:ext>
            </a:extLst>
          </p:cNvPr>
          <p:cNvSpPr txBox="1"/>
          <p:nvPr/>
        </p:nvSpPr>
        <p:spPr>
          <a:xfrm>
            <a:off x="4163786" y="228599"/>
            <a:ext cx="37376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b="1" dirty="0"/>
              <a:t>Average minimum T cell-T cell </a:t>
            </a:r>
            <a:r>
              <a:rPr lang="en-AU" b="1" dirty="0" err="1"/>
              <a:t>dist</a:t>
            </a:r>
            <a:endParaRPr lang="en-AU" b="1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24E4291-1D1E-D47F-01CC-FB9F76E7E6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992" y="1331540"/>
            <a:ext cx="9439784" cy="49896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8FC4CE1-1DB0-27C2-D0E6-35AAC6293F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847850" y="4798516"/>
            <a:ext cx="1704975" cy="1844211"/>
          </a:xfrm>
          <a:prstGeom prst="rect">
            <a:avLst/>
          </a:prstGeom>
        </p:spPr>
      </p:pic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E5BD20A1-0D4B-845B-95EA-EA3F6ECFD579}"/>
              </a:ext>
            </a:extLst>
          </p:cNvPr>
          <p:cNvCxnSpPr/>
          <p:nvPr/>
        </p:nvCxnSpPr>
        <p:spPr>
          <a:xfrm flipV="1">
            <a:off x="-152400" y="4495800"/>
            <a:ext cx="1714500" cy="97155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5" name="Picture 14">
            <a:extLst>
              <a:ext uri="{FF2B5EF4-FFF2-40B4-BE49-F238E27FC236}">
                <a16:creationId xmlns:a16="http://schemas.microsoft.com/office/drawing/2014/main" id="{D32EB088-3AD6-4DE4-DE65-D2F102330A4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58525" y="3952875"/>
            <a:ext cx="1624012" cy="1741260"/>
          </a:xfrm>
          <a:prstGeom prst="rect">
            <a:avLst/>
          </a:prstGeom>
        </p:spPr>
      </p:pic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D7A5D799-8D1B-70D8-5272-3DF4C398A877}"/>
              </a:ext>
            </a:extLst>
          </p:cNvPr>
          <p:cNvCxnSpPr>
            <a:cxnSpLocks/>
          </p:cNvCxnSpPr>
          <p:nvPr/>
        </p:nvCxnSpPr>
        <p:spPr>
          <a:xfrm flipH="1">
            <a:off x="9982200" y="5067300"/>
            <a:ext cx="107632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7" name="Picture 16">
            <a:extLst>
              <a:ext uri="{FF2B5EF4-FFF2-40B4-BE49-F238E27FC236}">
                <a16:creationId xmlns:a16="http://schemas.microsoft.com/office/drawing/2014/main" id="{6D421523-C127-70E4-EA8D-08AF20FDC0F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73267" y="1333500"/>
            <a:ext cx="1622627" cy="1731962"/>
          </a:xfrm>
          <a:prstGeom prst="rect">
            <a:avLst/>
          </a:prstGeom>
        </p:spPr>
      </p:pic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D50AA50E-601E-4A03-D1B6-6E17845F9E46}"/>
              </a:ext>
            </a:extLst>
          </p:cNvPr>
          <p:cNvCxnSpPr>
            <a:cxnSpLocks/>
            <a:stCxn id="17" idx="1"/>
          </p:cNvCxnSpPr>
          <p:nvPr/>
        </p:nvCxnSpPr>
        <p:spPr>
          <a:xfrm flipH="1">
            <a:off x="8515350" y="2199481"/>
            <a:ext cx="2557917" cy="95329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046775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F641FF-716E-A957-ECEE-370BB5B09C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B48C015E-0071-0D3D-BB05-8798FA9CC64B}"/>
              </a:ext>
            </a:extLst>
          </p:cNvPr>
          <p:cNvCxnSpPr/>
          <p:nvPr/>
        </p:nvCxnSpPr>
        <p:spPr>
          <a:xfrm>
            <a:off x="1153886" y="1072243"/>
            <a:ext cx="9439275" cy="0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8D21BBCF-53F1-8A6B-2EEE-7C82E96983AA}"/>
              </a:ext>
            </a:extLst>
          </p:cNvPr>
          <p:cNvSpPr txBox="1"/>
          <p:nvPr/>
        </p:nvSpPr>
        <p:spPr>
          <a:xfrm>
            <a:off x="5192486" y="748393"/>
            <a:ext cx="24531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err="1"/>
              <a:t>Cca</a:t>
            </a:r>
            <a:r>
              <a:rPr lang="en-AU" dirty="0"/>
              <a:t> cell-cell adhesion 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01CBD0C7-94E7-C6D2-D7E1-2FE2F284BDBC}"/>
              </a:ext>
            </a:extLst>
          </p:cNvPr>
          <p:cNvCxnSpPr>
            <a:cxnSpLocks/>
          </p:cNvCxnSpPr>
          <p:nvPr/>
        </p:nvCxnSpPr>
        <p:spPr>
          <a:xfrm flipV="1">
            <a:off x="685800" y="1216479"/>
            <a:ext cx="0" cy="4936671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7531465-2095-9B23-E79A-221A62989598}"/>
                  </a:ext>
                </a:extLst>
              </p:cNvPr>
              <p:cNvSpPr txBox="1"/>
              <p:nvPr/>
            </p:nvSpPr>
            <p:spPr>
              <a:xfrm rot="16200000">
                <a:off x="-542648" y="3043917"/>
                <a:ext cx="1731628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/>
                  <a:t>Fibre stickiness</a:t>
                </a:r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𝑓𝑠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7531465-2095-9B23-E79A-221A629895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-542648" y="3043917"/>
                <a:ext cx="1731628" cy="646331"/>
              </a:xfrm>
              <a:prstGeom prst="rect">
                <a:avLst/>
              </a:prstGeom>
              <a:blipFill>
                <a:blip r:embed="rId2"/>
                <a:stretch>
                  <a:fillRect l="-3774" t="-2113" r="-6604" b="-316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3165750E-2B6D-8DC8-7C8B-1FFAA89B24DA}"/>
              </a:ext>
            </a:extLst>
          </p:cNvPr>
          <p:cNvSpPr txBox="1"/>
          <p:nvPr/>
        </p:nvSpPr>
        <p:spPr>
          <a:xfrm>
            <a:off x="4163786" y="228599"/>
            <a:ext cx="33357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b="1" dirty="0"/>
              <a:t>Average minimum rod-rod </a:t>
            </a:r>
            <a:r>
              <a:rPr lang="en-AU" b="1" dirty="0" err="1"/>
              <a:t>dist</a:t>
            </a:r>
            <a:endParaRPr lang="en-AU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41F04EB-D214-8B42-2B14-6B5F12D9F0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56" y="1297526"/>
            <a:ext cx="9467742" cy="50004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FC04646-0EF1-4C51-D50D-00631B29AE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933575" y="4750891"/>
            <a:ext cx="1704975" cy="1844211"/>
          </a:xfrm>
          <a:prstGeom prst="rect">
            <a:avLst/>
          </a:prstGeom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6A4BA0C1-B475-1DB6-63D1-389C760F9BB2}"/>
              </a:ext>
            </a:extLst>
          </p:cNvPr>
          <p:cNvCxnSpPr/>
          <p:nvPr/>
        </p:nvCxnSpPr>
        <p:spPr>
          <a:xfrm flipV="1">
            <a:off x="-238125" y="4448175"/>
            <a:ext cx="1714500" cy="97155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7D969D3F-EE37-53A1-4727-7FBAE66FB21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72800" y="3905250"/>
            <a:ext cx="1624012" cy="1741260"/>
          </a:xfrm>
          <a:prstGeom prst="rect">
            <a:avLst/>
          </a:prstGeom>
        </p:spPr>
      </p:pic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581560D4-64DD-CF84-2B1D-D89BE900F66D}"/>
              </a:ext>
            </a:extLst>
          </p:cNvPr>
          <p:cNvCxnSpPr>
            <a:cxnSpLocks/>
          </p:cNvCxnSpPr>
          <p:nvPr/>
        </p:nvCxnSpPr>
        <p:spPr>
          <a:xfrm flipH="1">
            <a:off x="9896475" y="5019675"/>
            <a:ext cx="107632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3" name="Picture 12">
            <a:extLst>
              <a:ext uri="{FF2B5EF4-FFF2-40B4-BE49-F238E27FC236}">
                <a16:creationId xmlns:a16="http://schemas.microsoft.com/office/drawing/2014/main" id="{B6FEC73F-C517-2270-573C-6E79EC1D288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58967" y="1200150"/>
            <a:ext cx="1622627" cy="1731962"/>
          </a:xfrm>
          <a:prstGeom prst="rect">
            <a:avLst/>
          </a:prstGeom>
        </p:spPr>
      </p:pic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CF659E40-1E25-27E2-2D39-669544EAA3AB}"/>
              </a:ext>
            </a:extLst>
          </p:cNvPr>
          <p:cNvCxnSpPr>
            <a:cxnSpLocks/>
            <a:stCxn id="13" idx="1"/>
          </p:cNvCxnSpPr>
          <p:nvPr/>
        </p:nvCxnSpPr>
        <p:spPr>
          <a:xfrm flipH="1">
            <a:off x="8401050" y="2066131"/>
            <a:ext cx="2557917" cy="95329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11242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08C2E6-1866-06F8-B496-327837E945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8C94D152-B810-8F18-2858-CC5C79DDF386}"/>
              </a:ext>
            </a:extLst>
          </p:cNvPr>
          <p:cNvCxnSpPr/>
          <p:nvPr/>
        </p:nvCxnSpPr>
        <p:spPr>
          <a:xfrm>
            <a:off x="1153886" y="1072243"/>
            <a:ext cx="9439275" cy="0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F3393246-C9FE-8A7E-C28D-659AB7A65167}"/>
              </a:ext>
            </a:extLst>
          </p:cNvPr>
          <p:cNvSpPr txBox="1"/>
          <p:nvPr/>
        </p:nvSpPr>
        <p:spPr>
          <a:xfrm>
            <a:off x="5192486" y="748393"/>
            <a:ext cx="24531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err="1"/>
              <a:t>Cca</a:t>
            </a:r>
            <a:r>
              <a:rPr lang="en-AU" dirty="0"/>
              <a:t> cell-cell adhesion 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A4E24CD4-B15B-2C55-B661-0B308CB47175}"/>
              </a:ext>
            </a:extLst>
          </p:cNvPr>
          <p:cNvCxnSpPr>
            <a:cxnSpLocks/>
          </p:cNvCxnSpPr>
          <p:nvPr/>
        </p:nvCxnSpPr>
        <p:spPr>
          <a:xfrm flipV="1">
            <a:off x="685800" y="1216479"/>
            <a:ext cx="0" cy="4936671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8AFAF4F-CFFA-7950-FAFD-9109A81549A7}"/>
                  </a:ext>
                </a:extLst>
              </p:cNvPr>
              <p:cNvSpPr txBox="1"/>
              <p:nvPr/>
            </p:nvSpPr>
            <p:spPr>
              <a:xfrm rot="16200000">
                <a:off x="-542648" y="3043917"/>
                <a:ext cx="1731628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/>
                  <a:t>Fibre stickiness</a:t>
                </a:r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𝑓𝑠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8AFAF4F-CFFA-7950-FAFD-9109A81549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-542648" y="3043917"/>
                <a:ext cx="1731628" cy="646331"/>
              </a:xfrm>
              <a:prstGeom prst="rect">
                <a:avLst/>
              </a:prstGeom>
              <a:blipFill>
                <a:blip r:embed="rId2"/>
                <a:stretch>
                  <a:fillRect l="-3774" t="-2113" r="-6604" b="-316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E5FB6251-F17C-2BEB-8437-CC8CF5C50BF9}"/>
              </a:ext>
            </a:extLst>
          </p:cNvPr>
          <p:cNvSpPr txBox="1"/>
          <p:nvPr/>
        </p:nvSpPr>
        <p:spPr>
          <a:xfrm>
            <a:off x="4163786" y="228599"/>
            <a:ext cx="33784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b="1" dirty="0"/>
              <a:t>Average minimum cell-rod </a:t>
            </a:r>
            <a:r>
              <a:rPr lang="en-AU" b="1" dirty="0" err="1"/>
              <a:t>dist</a:t>
            </a:r>
            <a:endParaRPr lang="en-AU" b="1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9850939-8D50-CA6F-FF9B-CFB1ADD51E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" y="1416398"/>
            <a:ext cx="9467742" cy="50004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06D4923-5800-FBD3-0BA7-AC954EA326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828800" y="4912816"/>
            <a:ext cx="1704975" cy="1844211"/>
          </a:xfrm>
          <a:prstGeom prst="rect">
            <a:avLst/>
          </a:prstGeom>
        </p:spPr>
      </p:pic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D1C4C82-99D3-F490-141A-23E6C68B75C6}"/>
              </a:ext>
            </a:extLst>
          </p:cNvPr>
          <p:cNvCxnSpPr/>
          <p:nvPr/>
        </p:nvCxnSpPr>
        <p:spPr>
          <a:xfrm flipV="1">
            <a:off x="-133350" y="4610100"/>
            <a:ext cx="1714500" cy="97155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6" name="Picture 15">
            <a:extLst>
              <a:ext uri="{FF2B5EF4-FFF2-40B4-BE49-F238E27FC236}">
                <a16:creationId xmlns:a16="http://schemas.microsoft.com/office/drawing/2014/main" id="{F267A85F-66F7-026D-A62C-9DD0EC47614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77575" y="4067175"/>
            <a:ext cx="1624012" cy="1741260"/>
          </a:xfrm>
          <a:prstGeom prst="rect">
            <a:avLst/>
          </a:prstGeom>
        </p:spPr>
      </p:pic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822B8D2F-25D4-74DD-8E1F-FAD4EA21299B}"/>
              </a:ext>
            </a:extLst>
          </p:cNvPr>
          <p:cNvCxnSpPr>
            <a:cxnSpLocks/>
          </p:cNvCxnSpPr>
          <p:nvPr/>
        </p:nvCxnSpPr>
        <p:spPr>
          <a:xfrm flipH="1">
            <a:off x="10001250" y="5181600"/>
            <a:ext cx="107632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20" name="Picture 19">
            <a:extLst>
              <a:ext uri="{FF2B5EF4-FFF2-40B4-BE49-F238E27FC236}">
                <a16:creationId xmlns:a16="http://schemas.microsoft.com/office/drawing/2014/main" id="{DF943348-0F78-D0A5-BCA0-5C0CF638311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130417" y="1371600"/>
            <a:ext cx="1622627" cy="1731962"/>
          </a:xfrm>
          <a:prstGeom prst="rect">
            <a:avLst/>
          </a:prstGeom>
        </p:spPr>
      </p:pic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56311C1C-984A-32E4-5D64-DDF16A59D75C}"/>
              </a:ext>
            </a:extLst>
          </p:cNvPr>
          <p:cNvCxnSpPr>
            <a:cxnSpLocks/>
            <a:stCxn id="20" idx="1"/>
          </p:cNvCxnSpPr>
          <p:nvPr/>
        </p:nvCxnSpPr>
        <p:spPr>
          <a:xfrm flipH="1">
            <a:off x="8572500" y="2237581"/>
            <a:ext cx="2557917" cy="95329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179407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E0D5D1-FE6D-BB6E-1FA0-2FB950B140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3342CCA1-0DDF-5EB9-6363-E434C4CBBCB4}"/>
              </a:ext>
            </a:extLst>
          </p:cNvPr>
          <p:cNvCxnSpPr/>
          <p:nvPr/>
        </p:nvCxnSpPr>
        <p:spPr>
          <a:xfrm>
            <a:off x="1153886" y="1072243"/>
            <a:ext cx="9439275" cy="0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DCACE985-9336-4788-076D-3E8F2BA06421}"/>
              </a:ext>
            </a:extLst>
          </p:cNvPr>
          <p:cNvSpPr txBox="1"/>
          <p:nvPr/>
        </p:nvSpPr>
        <p:spPr>
          <a:xfrm>
            <a:off x="5192486" y="748393"/>
            <a:ext cx="24531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err="1"/>
              <a:t>Cca</a:t>
            </a:r>
            <a:r>
              <a:rPr lang="en-AU" dirty="0"/>
              <a:t> cell-cell adhesion 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7A4153CF-0C71-6FB9-34A9-812153490792}"/>
              </a:ext>
            </a:extLst>
          </p:cNvPr>
          <p:cNvCxnSpPr>
            <a:cxnSpLocks/>
          </p:cNvCxnSpPr>
          <p:nvPr/>
        </p:nvCxnSpPr>
        <p:spPr>
          <a:xfrm flipV="1">
            <a:off x="685800" y="1216479"/>
            <a:ext cx="0" cy="4936671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E075D93-9050-9BB0-7A59-D2ED83FBC9EA}"/>
                  </a:ext>
                </a:extLst>
              </p:cNvPr>
              <p:cNvSpPr txBox="1"/>
              <p:nvPr/>
            </p:nvSpPr>
            <p:spPr>
              <a:xfrm rot="16200000">
                <a:off x="-542648" y="3043917"/>
                <a:ext cx="1731628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/>
                  <a:t>Fibre stickiness</a:t>
                </a:r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𝑓𝑠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E075D93-9050-9BB0-7A59-D2ED83FBC9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-542648" y="3043917"/>
                <a:ext cx="1731628" cy="646331"/>
              </a:xfrm>
              <a:prstGeom prst="rect">
                <a:avLst/>
              </a:prstGeom>
              <a:blipFill>
                <a:blip r:embed="rId2"/>
                <a:stretch>
                  <a:fillRect l="-3774" t="-2113" r="-6604" b="-316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87B401F5-763B-35F7-F24C-9A7187727FAC}"/>
              </a:ext>
            </a:extLst>
          </p:cNvPr>
          <p:cNvSpPr txBox="1"/>
          <p:nvPr/>
        </p:nvSpPr>
        <p:spPr>
          <a:xfrm>
            <a:off x="3313394" y="274319"/>
            <a:ext cx="60646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b="1" dirty="0"/>
              <a:t>Sum of average cell-cell, rod-rod, cell-rod minimum </a:t>
            </a:r>
            <a:r>
              <a:rPr lang="en-AU" b="1" dirty="0" err="1"/>
              <a:t>dist</a:t>
            </a:r>
            <a:endParaRPr lang="en-AU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C5FA46F-773D-A78C-4B27-4E4DF7AEEF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832" y="1404692"/>
            <a:ext cx="9460216" cy="50004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059FE8B-1752-043C-B85B-2F253208D6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943100" y="4884241"/>
            <a:ext cx="1704975" cy="1844211"/>
          </a:xfrm>
          <a:prstGeom prst="rect">
            <a:avLst/>
          </a:prstGeom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2D9B1B2-7EDF-6403-5715-AC3882BF2017}"/>
              </a:ext>
            </a:extLst>
          </p:cNvPr>
          <p:cNvCxnSpPr/>
          <p:nvPr/>
        </p:nvCxnSpPr>
        <p:spPr>
          <a:xfrm flipV="1">
            <a:off x="-247650" y="4581525"/>
            <a:ext cx="1714500" cy="97155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B7CD4CA1-E8F5-BBC2-0FB6-9B17FAE1A40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63275" y="4038600"/>
            <a:ext cx="1624012" cy="1741260"/>
          </a:xfrm>
          <a:prstGeom prst="rect">
            <a:avLst/>
          </a:prstGeom>
        </p:spPr>
      </p:pic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D8A3F7A4-6DB2-06E7-E6BA-FC9A1A1BA939}"/>
              </a:ext>
            </a:extLst>
          </p:cNvPr>
          <p:cNvCxnSpPr>
            <a:cxnSpLocks/>
          </p:cNvCxnSpPr>
          <p:nvPr/>
        </p:nvCxnSpPr>
        <p:spPr>
          <a:xfrm flipH="1">
            <a:off x="9886950" y="5153025"/>
            <a:ext cx="107632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4" name="Picture 13">
            <a:extLst>
              <a:ext uri="{FF2B5EF4-FFF2-40B4-BE49-F238E27FC236}">
                <a16:creationId xmlns:a16="http://schemas.microsoft.com/office/drawing/2014/main" id="{F923F360-308F-4E74-60C0-80F7203D5B9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78017" y="1409700"/>
            <a:ext cx="1622627" cy="1731962"/>
          </a:xfrm>
          <a:prstGeom prst="rect">
            <a:avLst/>
          </a:prstGeom>
        </p:spPr>
      </p:pic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E649F442-E675-7628-DFAC-816EAE1BFE1F}"/>
              </a:ext>
            </a:extLst>
          </p:cNvPr>
          <p:cNvCxnSpPr>
            <a:cxnSpLocks/>
            <a:stCxn id="14" idx="1"/>
          </p:cNvCxnSpPr>
          <p:nvPr/>
        </p:nvCxnSpPr>
        <p:spPr>
          <a:xfrm flipH="1">
            <a:off x="8420100" y="2275681"/>
            <a:ext cx="2557917" cy="95329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9" name="Picture 18">
            <a:extLst>
              <a:ext uri="{FF2B5EF4-FFF2-40B4-BE49-F238E27FC236}">
                <a16:creationId xmlns:a16="http://schemas.microsoft.com/office/drawing/2014/main" id="{02B0FCE6-3702-431E-1C30-AE96AEBFEE9E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b="97086"/>
          <a:stretch>
            <a:fillRect/>
          </a:stretch>
        </p:blipFill>
        <p:spPr>
          <a:xfrm>
            <a:off x="966978" y="1397348"/>
            <a:ext cx="9467742" cy="145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18565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1295</TotalTime>
  <Words>96</Words>
  <Application>Microsoft Office PowerPoint</Application>
  <PresentationFormat>Widescreen</PresentationFormat>
  <Paragraphs>32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Aptos Display</vt:lpstr>
      <vt:lpstr>Arial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Adrianne Jenner</dc:creator>
  <cp:lastModifiedBy>Adrianne Jenner</cp:lastModifiedBy>
  <cp:revision>2</cp:revision>
  <dcterms:created xsi:type="dcterms:W3CDTF">2026-10-02T03:15:01Z</dcterms:created>
  <dcterms:modified xsi:type="dcterms:W3CDTF">2026-10-03T02:21:35Z</dcterms:modified>
</cp:coreProperties>
</file>